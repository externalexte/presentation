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5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B3F73B-3C47-44DF-887E-CF31F7C9F4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057197C1-D906-4985-BC8D-3007F6D45F79}">
      <dgm:prSet custT="1"/>
      <dgm:spPr/>
      <dgm:t>
        <a:bodyPr/>
        <a:lstStyle/>
        <a:p>
          <a:r>
            <a:rPr kumimoji="1" lang="en-US" sz="2800" dirty="0">
              <a:solidFill>
                <a:schemeClr val="tx1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</a:t>
          </a:r>
          <a:r>
            <a:rPr kumimoji="1" lang="ja-JP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 </a:t>
          </a:r>
          <a:r>
            <a:rPr kumimoji="1" lang="en-US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data[] </a:t>
          </a:r>
          <a:r>
            <a:rPr kumimoji="1" lang="en-US" sz="2800" dirty="0">
              <a:solidFill>
                <a:schemeClr val="tx1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=</a:t>
          </a:r>
          <a:r>
            <a:rPr kumimoji="1" lang="en-US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 {5,4,3,2,1};</a:t>
          </a:r>
          <a:r>
            <a:rPr kumimoji="1" lang="ja-JP" altLang="en-US" sz="28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こんなふうに書くと、</a:t>
          </a:r>
          <a:r>
            <a:rPr kumimoji="1" lang="en-US" altLang="ja-JP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には</a:t>
          </a:r>
          <a:endParaRPr kumimoji="1" lang="en-US" altLang="ja-JP" sz="28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  <a:p>
          <a:r>
            <a:rPr kumimoji="1" lang="en-US" altLang="ja-JP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5 4 3 2 1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が入ります</a:t>
          </a:r>
          <a:endParaRPr lang="ja-JP" sz="28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gm:t>
    </dgm:pt>
    <dgm:pt modelId="{6BF98C1E-8EA3-4D27-A2EC-3BA0EF27EAFF}" type="parTrans" cxnId="{34FBF1F5-1605-43F3-BE64-65089189AB1F}">
      <dgm:prSet/>
      <dgm:spPr/>
      <dgm:t>
        <a:bodyPr/>
        <a:lstStyle/>
        <a:p>
          <a:endParaRPr kumimoji="1" lang="ja-JP" altLang="en-US"/>
        </a:p>
      </dgm:t>
    </dgm:pt>
    <dgm:pt modelId="{81DC64C4-26ED-4ECC-A178-4B0791ED3BD9}" type="sibTrans" cxnId="{34FBF1F5-1605-43F3-BE64-65089189AB1F}">
      <dgm:prSet/>
      <dgm:spPr/>
      <dgm:t>
        <a:bodyPr/>
        <a:lstStyle/>
        <a:p>
          <a:endParaRPr kumimoji="1" lang="ja-JP" altLang="en-US"/>
        </a:p>
      </dgm:t>
    </dgm:pt>
    <dgm:pt modelId="{5A9FEC00-FD36-4510-B8B5-66AC0746E4AA}">
      <dgm:prSet custT="1"/>
      <dgm:spPr/>
      <dgm:t>
        <a:bodyPr/>
        <a:lstStyle/>
        <a:p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実は</a:t>
          </a:r>
          <a:r>
            <a:rPr lang="en-US" altLang="ja-JP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3[data]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でも</a:t>
          </a:r>
          <a:r>
            <a: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4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番目の値が</a:t>
          </a:r>
          <a:r>
            <a: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get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できるのです←！？</a:t>
          </a:r>
          <a:endParaRPr lang="ja-JP" sz="28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gm:t>
    </dgm:pt>
    <dgm:pt modelId="{BB261C3C-50C2-4290-AD10-3D70B1E25756}" type="parTrans" cxnId="{CFF65ACD-1152-4876-A27C-95599875C4E6}">
      <dgm:prSet/>
      <dgm:spPr/>
      <dgm:t>
        <a:bodyPr/>
        <a:lstStyle/>
        <a:p>
          <a:endParaRPr kumimoji="1" lang="ja-JP" altLang="en-US"/>
        </a:p>
      </dgm:t>
    </dgm:pt>
    <dgm:pt modelId="{80190896-139E-4FA6-A130-AA841215E416}" type="sibTrans" cxnId="{CFF65ACD-1152-4876-A27C-95599875C4E6}">
      <dgm:prSet/>
      <dgm:spPr/>
      <dgm:t>
        <a:bodyPr/>
        <a:lstStyle/>
        <a:p>
          <a:endParaRPr kumimoji="1" lang="ja-JP" altLang="en-US"/>
        </a:p>
      </dgm:t>
    </dgm:pt>
    <dgm:pt modelId="{FE2D7204-12D9-44F9-B19A-712E153BFA6B}">
      <dgm:prSet custT="1"/>
      <dgm:spPr/>
      <dgm:t>
        <a:bodyPr/>
        <a:lstStyle/>
        <a:p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これの</a:t>
          </a:r>
          <a:r>
            <a: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4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番目の値</a:t>
          </a:r>
          <a:r>
            <a: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(=2)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が知りたい時、</a:t>
          </a:r>
          <a:r>
            <a:rPr lang="en-US" altLang="ja-JP" sz="28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data[3]</a:t>
          </a:r>
          <a:r>
            <a:rPr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と書くのが普通なのですが</a:t>
          </a:r>
          <a:r>
            <a: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...</a:t>
          </a:r>
          <a:endParaRPr lang="ja-JP" sz="28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gm:t>
    </dgm:pt>
    <dgm:pt modelId="{5EE4E2F7-FAED-43E0-AE10-9DAC1BC2B29E}" type="parTrans" cxnId="{290727D1-7695-4198-BB54-CB7863A602C6}">
      <dgm:prSet/>
      <dgm:spPr/>
      <dgm:t>
        <a:bodyPr/>
        <a:lstStyle/>
        <a:p>
          <a:endParaRPr kumimoji="1" lang="ja-JP" altLang="en-US"/>
        </a:p>
      </dgm:t>
    </dgm:pt>
    <dgm:pt modelId="{48830564-A021-4DA3-AA54-7E6BA5A7BD70}" type="sibTrans" cxnId="{290727D1-7695-4198-BB54-CB7863A602C6}">
      <dgm:prSet/>
      <dgm:spPr/>
      <dgm:t>
        <a:bodyPr/>
        <a:lstStyle/>
        <a:p>
          <a:endParaRPr kumimoji="1" lang="ja-JP" altLang="en-US"/>
        </a:p>
      </dgm:t>
    </dgm:pt>
    <dgm:pt modelId="{3660FC1E-92E3-45FA-906F-232C9FF970F9}" type="pres">
      <dgm:prSet presAssocID="{49B3F73B-3C47-44DF-887E-CF31F7C9F419}" presName="linear" presStyleCnt="0">
        <dgm:presLayoutVars>
          <dgm:animLvl val="lvl"/>
          <dgm:resizeHandles val="exact"/>
        </dgm:presLayoutVars>
      </dgm:prSet>
      <dgm:spPr/>
    </dgm:pt>
    <dgm:pt modelId="{0742675A-4BD7-41A0-A91F-4679C144A874}" type="pres">
      <dgm:prSet presAssocID="{057197C1-D906-4985-BC8D-3007F6D45F79}" presName="parentText" presStyleLbl="node1" presStyleIdx="0" presStyleCnt="3" custLinFactNeighborX="83">
        <dgm:presLayoutVars>
          <dgm:chMax val="0"/>
          <dgm:bulletEnabled val="1"/>
        </dgm:presLayoutVars>
      </dgm:prSet>
      <dgm:spPr/>
    </dgm:pt>
    <dgm:pt modelId="{55D1C651-C5CE-4C2E-91C6-FE14A421071A}" type="pres">
      <dgm:prSet presAssocID="{81DC64C4-26ED-4ECC-A178-4B0791ED3BD9}" presName="spacer" presStyleCnt="0"/>
      <dgm:spPr/>
    </dgm:pt>
    <dgm:pt modelId="{64D38644-F455-421F-BD41-3D098A177AD3}" type="pres">
      <dgm:prSet presAssocID="{FE2D7204-12D9-44F9-B19A-712E153BFA6B}" presName="parentText" presStyleLbl="node1" presStyleIdx="1" presStyleCnt="3" custLinFactNeighborX="-83" custLinFactNeighborY="-4760">
        <dgm:presLayoutVars>
          <dgm:chMax val="0"/>
          <dgm:bulletEnabled val="1"/>
        </dgm:presLayoutVars>
      </dgm:prSet>
      <dgm:spPr/>
    </dgm:pt>
    <dgm:pt modelId="{8F855A21-8C85-4F14-AF24-655916B8EC0E}" type="pres">
      <dgm:prSet presAssocID="{48830564-A021-4DA3-AA54-7E6BA5A7BD70}" presName="spacer" presStyleCnt="0"/>
      <dgm:spPr/>
    </dgm:pt>
    <dgm:pt modelId="{4F1BC359-D70A-48FF-A46A-7A2B158AC112}" type="pres">
      <dgm:prSet presAssocID="{5A9FEC00-FD36-4510-B8B5-66AC0746E4A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1473D38-C6AB-4A57-ACAC-95D45460840E}" type="presOf" srcId="{49B3F73B-3C47-44DF-887E-CF31F7C9F419}" destId="{3660FC1E-92E3-45FA-906F-232C9FF970F9}" srcOrd="0" destOrd="0" presId="urn:microsoft.com/office/officeart/2005/8/layout/vList2"/>
    <dgm:cxn modelId="{66D32F46-64E4-4337-8CBB-E9A03AC838EA}" type="presOf" srcId="{057197C1-D906-4985-BC8D-3007F6D45F79}" destId="{0742675A-4BD7-41A0-A91F-4679C144A874}" srcOrd="0" destOrd="0" presId="urn:microsoft.com/office/officeart/2005/8/layout/vList2"/>
    <dgm:cxn modelId="{7F470151-F870-422E-A83A-CFC20485B8E6}" type="presOf" srcId="{5A9FEC00-FD36-4510-B8B5-66AC0746E4AA}" destId="{4F1BC359-D70A-48FF-A46A-7A2B158AC112}" srcOrd="0" destOrd="0" presId="urn:microsoft.com/office/officeart/2005/8/layout/vList2"/>
    <dgm:cxn modelId="{CFF65ACD-1152-4876-A27C-95599875C4E6}" srcId="{49B3F73B-3C47-44DF-887E-CF31F7C9F419}" destId="{5A9FEC00-FD36-4510-B8B5-66AC0746E4AA}" srcOrd="2" destOrd="0" parTransId="{BB261C3C-50C2-4290-AD10-3D70B1E25756}" sibTransId="{80190896-139E-4FA6-A130-AA841215E416}"/>
    <dgm:cxn modelId="{290727D1-7695-4198-BB54-CB7863A602C6}" srcId="{49B3F73B-3C47-44DF-887E-CF31F7C9F419}" destId="{FE2D7204-12D9-44F9-B19A-712E153BFA6B}" srcOrd="1" destOrd="0" parTransId="{5EE4E2F7-FAED-43E0-AE10-9DAC1BC2B29E}" sibTransId="{48830564-A021-4DA3-AA54-7E6BA5A7BD70}"/>
    <dgm:cxn modelId="{1775B9EB-72F4-471A-A2C7-B84845381915}" type="presOf" srcId="{FE2D7204-12D9-44F9-B19A-712E153BFA6B}" destId="{64D38644-F455-421F-BD41-3D098A177AD3}" srcOrd="0" destOrd="0" presId="urn:microsoft.com/office/officeart/2005/8/layout/vList2"/>
    <dgm:cxn modelId="{34FBF1F5-1605-43F3-BE64-65089189AB1F}" srcId="{49B3F73B-3C47-44DF-887E-CF31F7C9F419}" destId="{057197C1-D906-4985-BC8D-3007F6D45F79}" srcOrd="0" destOrd="0" parTransId="{6BF98C1E-8EA3-4D27-A2EC-3BA0EF27EAFF}" sibTransId="{81DC64C4-26ED-4ECC-A178-4B0791ED3BD9}"/>
    <dgm:cxn modelId="{A0FDBA9E-4D05-4F34-8B24-FD38F0678FDB}" type="presParOf" srcId="{3660FC1E-92E3-45FA-906F-232C9FF970F9}" destId="{0742675A-4BD7-41A0-A91F-4679C144A874}" srcOrd="0" destOrd="0" presId="urn:microsoft.com/office/officeart/2005/8/layout/vList2"/>
    <dgm:cxn modelId="{250CA8AA-D442-40AC-AE15-D30536DFA038}" type="presParOf" srcId="{3660FC1E-92E3-45FA-906F-232C9FF970F9}" destId="{55D1C651-C5CE-4C2E-91C6-FE14A421071A}" srcOrd="1" destOrd="0" presId="urn:microsoft.com/office/officeart/2005/8/layout/vList2"/>
    <dgm:cxn modelId="{5E2B4B79-0C88-44D1-8C15-3AEA87B4C0C5}" type="presParOf" srcId="{3660FC1E-92E3-45FA-906F-232C9FF970F9}" destId="{64D38644-F455-421F-BD41-3D098A177AD3}" srcOrd="2" destOrd="0" presId="urn:microsoft.com/office/officeart/2005/8/layout/vList2"/>
    <dgm:cxn modelId="{0CBADB0C-B234-4E24-AF18-739D2BFE62FA}" type="presParOf" srcId="{3660FC1E-92E3-45FA-906F-232C9FF970F9}" destId="{8F855A21-8C85-4F14-AF24-655916B8EC0E}" srcOrd="3" destOrd="0" presId="urn:microsoft.com/office/officeart/2005/8/layout/vList2"/>
    <dgm:cxn modelId="{92CBEB08-4565-479E-80F5-0ED265859CB6}" type="presParOf" srcId="{3660FC1E-92E3-45FA-906F-232C9FF970F9}" destId="{4F1BC359-D70A-48FF-A46A-7A2B158AC1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87F42F-D36B-4A5A-97F0-35CA4B9028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19FF375-D067-4F53-972C-9495CDD8C44B}">
      <dgm:prSet phldrT="[テキスト]" custT="1"/>
      <dgm:spPr/>
      <dgm:t>
        <a:bodyPr/>
        <a:lstStyle/>
        <a:p>
          <a:r>
            <a:rPr kumimoji="1" lang="en-US" altLang="ja-JP" sz="2800" dirty="0" err="1">
              <a:latin typeface="あんずもじ" panose="02000600000000000000" pitchFamily="2" charset="-128"/>
              <a:ea typeface="あんずもじ" panose="02000600000000000000" pitchFamily="2" charset="-128"/>
            </a:rPr>
            <a:t>sizeof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は</a:t>
          </a:r>
          <a:r>
            <a: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()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をつけなくても大丈夫！</a:t>
          </a:r>
        </a:p>
      </dgm:t>
    </dgm:pt>
    <dgm:pt modelId="{56D718A3-FF3D-4F0C-A02C-E201D9BE2133}" type="parTrans" cxnId="{75836917-1472-4A9E-8AAF-BC3F0BD17BFA}">
      <dgm:prSet/>
      <dgm:spPr/>
      <dgm:t>
        <a:bodyPr/>
        <a:lstStyle/>
        <a:p>
          <a:endParaRPr kumimoji="1" lang="ja-JP" altLang="en-US"/>
        </a:p>
      </dgm:t>
    </dgm:pt>
    <dgm:pt modelId="{477FA612-9EF9-47EE-B334-96BC5CE6796E}" type="sibTrans" cxnId="{75836917-1472-4A9E-8AAF-BC3F0BD17BFA}">
      <dgm:prSet/>
      <dgm:spPr/>
      <dgm:t>
        <a:bodyPr/>
        <a:lstStyle/>
        <a:p>
          <a:endParaRPr kumimoji="1" lang="ja-JP" altLang="en-US"/>
        </a:p>
      </dgm:t>
    </dgm:pt>
    <dgm:pt modelId="{C6DD4691-C754-4F8F-94B5-9436457126A0}">
      <dgm:prSet phldrT="[テキスト]" custT="1"/>
      <dgm:spPr/>
      <dgm:t>
        <a:bodyPr/>
        <a:lstStyle/>
        <a:p>
          <a:r>
            <a:rPr kumimoji="1" lang="en-US" altLang="ja-JP" sz="2800" dirty="0" err="1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sizeof</a:t>
          </a:r>
          <a:r>
            <a:rPr kumimoji="1" lang="en-US" altLang="ja-JP" sz="28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(x) 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←もちろん</a:t>
          </a:r>
          <a:r>
            <a: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ok</a:t>
          </a:r>
        </a:p>
        <a:p>
          <a:r>
            <a:rPr kumimoji="1" lang="en-US" altLang="ja-JP" sz="2800" dirty="0" err="1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sizeof</a:t>
          </a:r>
          <a:r>
            <a:rPr kumimoji="1" lang="en-US" altLang="ja-JP" sz="28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 x  </a:t>
          </a:r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←でもこれでも</a:t>
          </a:r>
          <a:r>
            <a: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ok</a:t>
          </a:r>
          <a:endParaRPr kumimoji="1" lang="ja-JP" altLang="en-US" sz="28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gm:t>
    </dgm:pt>
    <dgm:pt modelId="{BBEF2314-9D9E-42A9-9F62-ABFFED23A822}" type="parTrans" cxnId="{AC822E18-3018-420D-B405-ED80ECD9136B}">
      <dgm:prSet/>
      <dgm:spPr/>
    </dgm:pt>
    <dgm:pt modelId="{23DB6F34-B959-479D-9818-ABA3D66EEACC}" type="sibTrans" cxnId="{AC822E18-3018-420D-B405-ED80ECD9136B}">
      <dgm:prSet/>
      <dgm:spPr/>
    </dgm:pt>
    <dgm:pt modelId="{E4DE725B-5457-477B-8051-FCC8942B2244}">
      <dgm:prSet phldrT="[テキスト]" custT="1"/>
      <dgm:spPr/>
      <dgm:t>
        <a:bodyPr/>
        <a:lstStyle/>
        <a:p>
          <a:r>
            <a: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rPr>
            <a:t>それだけ</a:t>
          </a:r>
        </a:p>
      </dgm:t>
    </dgm:pt>
    <dgm:pt modelId="{1056EECD-762E-4C4D-9055-05544EC06D5A}" type="parTrans" cxnId="{3BF72621-154B-4580-B164-26FB4F078B8D}">
      <dgm:prSet/>
      <dgm:spPr/>
    </dgm:pt>
    <dgm:pt modelId="{0170C978-902F-4AB1-8355-6A59AA0892C4}" type="sibTrans" cxnId="{3BF72621-154B-4580-B164-26FB4F078B8D}">
      <dgm:prSet/>
      <dgm:spPr/>
    </dgm:pt>
    <dgm:pt modelId="{B96BA903-A91F-4A9B-A444-F48D197F09DB}" type="pres">
      <dgm:prSet presAssocID="{D987F42F-D36B-4A5A-97F0-35CA4B902803}" presName="linear" presStyleCnt="0">
        <dgm:presLayoutVars>
          <dgm:animLvl val="lvl"/>
          <dgm:resizeHandles val="exact"/>
        </dgm:presLayoutVars>
      </dgm:prSet>
      <dgm:spPr/>
    </dgm:pt>
    <dgm:pt modelId="{926F6002-50B4-4FEC-9D4C-5F1BBEF2C044}" type="pres">
      <dgm:prSet presAssocID="{219FF375-D067-4F53-972C-9495CDD8C4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F1AA865-9987-45B0-A617-3626D89F99B5}" type="pres">
      <dgm:prSet presAssocID="{477FA612-9EF9-47EE-B334-96BC5CE6796E}" presName="spacer" presStyleCnt="0"/>
      <dgm:spPr/>
    </dgm:pt>
    <dgm:pt modelId="{BEE453B1-195B-4F42-B5FD-CD76FD3AF3FF}" type="pres">
      <dgm:prSet presAssocID="{C6DD4691-C754-4F8F-94B5-9436457126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3DE3B2-8B87-4266-B50B-6669B2AC96DB}" type="pres">
      <dgm:prSet presAssocID="{23DB6F34-B959-479D-9818-ABA3D66EEACC}" presName="spacer" presStyleCnt="0"/>
      <dgm:spPr/>
    </dgm:pt>
    <dgm:pt modelId="{ED4AC43A-9CDB-41EB-B78A-D3981A1D747F}" type="pres">
      <dgm:prSet presAssocID="{E4DE725B-5457-477B-8051-FCC8942B224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14BE03-F1C5-4BA7-B9DC-BCEC45EA2DDB}" type="presOf" srcId="{219FF375-D067-4F53-972C-9495CDD8C44B}" destId="{926F6002-50B4-4FEC-9D4C-5F1BBEF2C044}" srcOrd="0" destOrd="0" presId="urn:microsoft.com/office/officeart/2005/8/layout/vList2"/>
    <dgm:cxn modelId="{75836917-1472-4A9E-8AAF-BC3F0BD17BFA}" srcId="{D987F42F-D36B-4A5A-97F0-35CA4B902803}" destId="{219FF375-D067-4F53-972C-9495CDD8C44B}" srcOrd="0" destOrd="0" parTransId="{56D718A3-FF3D-4F0C-A02C-E201D9BE2133}" sibTransId="{477FA612-9EF9-47EE-B334-96BC5CE6796E}"/>
    <dgm:cxn modelId="{AC822E18-3018-420D-B405-ED80ECD9136B}" srcId="{D987F42F-D36B-4A5A-97F0-35CA4B902803}" destId="{C6DD4691-C754-4F8F-94B5-9436457126A0}" srcOrd="1" destOrd="0" parTransId="{BBEF2314-9D9E-42A9-9F62-ABFFED23A822}" sibTransId="{23DB6F34-B959-479D-9818-ABA3D66EEACC}"/>
    <dgm:cxn modelId="{3BF72621-154B-4580-B164-26FB4F078B8D}" srcId="{D987F42F-D36B-4A5A-97F0-35CA4B902803}" destId="{E4DE725B-5457-477B-8051-FCC8942B2244}" srcOrd="2" destOrd="0" parTransId="{1056EECD-762E-4C4D-9055-05544EC06D5A}" sibTransId="{0170C978-902F-4AB1-8355-6A59AA0892C4}"/>
    <dgm:cxn modelId="{CBD15833-FD7F-4B4E-A4E3-649E2C05D84A}" type="presOf" srcId="{C6DD4691-C754-4F8F-94B5-9436457126A0}" destId="{BEE453B1-195B-4F42-B5FD-CD76FD3AF3FF}" srcOrd="0" destOrd="0" presId="urn:microsoft.com/office/officeart/2005/8/layout/vList2"/>
    <dgm:cxn modelId="{74DF7564-41A8-4B45-AFF7-0CE6E64F7F67}" type="presOf" srcId="{D987F42F-D36B-4A5A-97F0-35CA4B902803}" destId="{B96BA903-A91F-4A9B-A444-F48D197F09DB}" srcOrd="0" destOrd="0" presId="urn:microsoft.com/office/officeart/2005/8/layout/vList2"/>
    <dgm:cxn modelId="{8EEB5599-5B1C-4D54-B711-B234E1B3CDA9}" type="presOf" srcId="{E4DE725B-5457-477B-8051-FCC8942B2244}" destId="{ED4AC43A-9CDB-41EB-B78A-D3981A1D747F}" srcOrd="0" destOrd="0" presId="urn:microsoft.com/office/officeart/2005/8/layout/vList2"/>
    <dgm:cxn modelId="{B9B7489A-AF91-434C-8884-AA321D3EDA67}" type="presParOf" srcId="{B96BA903-A91F-4A9B-A444-F48D197F09DB}" destId="{926F6002-50B4-4FEC-9D4C-5F1BBEF2C044}" srcOrd="0" destOrd="0" presId="urn:microsoft.com/office/officeart/2005/8/layout/vList2"/>
    <dgm:cxn modelId="{16AF88D2-D8A8-4245-9208-D0402CC6F163}" type="presParOf" srcId="{B96BA903-A91F-4A9B-A444-F48D197F09DB}" destId="{7F1AA865-9987-45B0-A617-3626D89F99B5}" srcOrd="1" destOrd="0" presId="urn:microsoft.com/office/officeart/2005/8/layout/vList2"/>
    <dgm:cxn modelId="{9DD32595-B3C7-4131-A28F-F5A8F1694B7F}" type="presParOf" srcId="{B96BA903-A91F-4A9B-A444-F48D197F09DB}" destId="{BEE453B1-195B-4F42-B5FD-CD76FD3AF3FF}" srcOrd="2" destOrd="0" presId="urn:microsoft.com/office/officeart/2005/8/layout/vList2"/>
    <dgm:cxn modelId="{DF2B3C45-170D-4E61-92E3-4922A8D218BD}" type="presParOf" srcId="{B96BA903-A91F-4A9B-A444-F48D197F09DB}" destId="{383DE3B2-8B87-4266-B50B-6669B2AC96DB}" srcOrd="3" destOrd="0" presId="urn:microsoft.com/office/officeart/2005/8/layout/vList2"/>
    <dgm:cxn modelId="{FF7A2BE2-98CC-43D7-B411-578E16A8BEE6}" type="presParOf" srcId="{B96BA903-A91F-4A9B-A444-F48D197F09DB}" destId="{ED4AC43A-9CDB-41EB-B78A-D3981A1D74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E88CD2-43E3-4CEE-93BB-8D15591D0E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D59BA003-94E5-4AA7-86A4-6835926B0291}">
      <dgm:prSet phldrT="[テキスト]"/>
      <dgm:spPr/>
      <dgm:t>
        <a:bodyPr/>
        <a:lstStyle/>
        <a:p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char a; </a:t>
          </a:r>
          <a:r>
            <a:rPr kumimoji="1" lang="ja-JP" altLang="en-US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a</a:t>
          </a:r>
          <a:r>
            <a:rPr kumimoji="1" lang="ja-JP" altLang="en-US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は</a:t>
          </a:r>
          <a:r>
            <a:rPr kumimoji="1" lang="en-US" altLang="ja-JP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char</a:t>
          </a:r>
          <a:r>
            <a:rPr kumimoji="1" lang="ja-JP" altLang="en-US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型</a:t>
          </a:r>
          <a:r>
            <a:rPr kumimoji="1" lang="en-US" altLang="ja-JP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 </a:t>
          </a:r>
          <a:endParaRPr kumimoji="1" lang="ja-JP" altLang="en-US" dirty="0">
            <a:solidFill>
              <a:schemeClr val="accent3"/>
            </a:solidFill>
            <a:latin typeface="Ricty Diminished Discord" panose="020B0509020203020207" pitchFamily="49" charset="-128"/>
            <a:ea typeface="Ricty Diminished Discord" panose="020B0509020203020207" pitchFamily="49" charset="-128"/>
          </a:endParaRPr>
        </a:p>
      </dgm:t>
    </dgm:pt>
    <dgm:pt modelId="{CA635C96-2286-4AFE-81E8-36DD52A8BAF4}" type="parTrans" cxnId="{653E09D1-169E-46B4-89B0-E3511D671111}">
      <dgm:prSet/>
      <dgm:spPr/>
      <dgm:t>
        <a:bodyPr/>
        <a:lstStyle/>
        <a:p>
          <a:endParaRPr kumimoji="1" lang="ja-JP" altLang="en-US"/>
        </a:p>
      </dgm:t>
    </dgm:pt>
    <dgm:pt modelId="{7D4D99DE-F93F-4423-81DC-3F709363BBAF}" type="sibTrans" cxnId="{653E09D1-169E-46B4-89B0-E3511D671111}">
      <dgm:prSet/>
      <dgm:spPr/>
      <dgm:t>
        <a:bodyPr/>
        <a:lstStyle/>
        <a:p>
          <a:endParaRPr kumimoji="1" lang="ja-JP" altLang="en-US"/>
        </a:p>
      </dgm:t>
    </dgm:pt>
    <dgm:pt modelId="{A8BD4F36-5EE7-45C7-8C5D-84C7F1D1F4C8}">
      <dgm:prSet phldrT="[テキスト]"/>
      <dgm:spPr/>
      <dgm:t>
        <a:bodyPr/>
        <a:lstStyle/>
        <a:p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+a </a:t>
          </a:r>
          <a:r>
            <a:rPr kumimoji="1" lang="ja-JP" altLang="en-US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a</a:t>
          </a:r>
          <a:r>
            <a:rPr kumimoji="1" lang="ja-JP" altLang="en-US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は</a:t>
          </a:r>
          <a:r>
            <a:rPr kumimoji="1" lang="en-US" altLang="ja-JP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</a:t>
          </a:r>
          <a:r>
            <a:rPr kumimoji="1" lang="ja-JP" altLang="en-US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型</a:t>
          </a:r>
        </a:p>
      </dgm:t>
    </dgm:pt>
    <dgm:pt modelId="{B339F5E7-2409-41D0-BC9A-B2C48B46FB2A}" type="parTrans" cxnId="{867F8FD0-D1CA-4457-928E-39F9EB6C735D}">
      <dgm:prSet/>
      <dgm:spPr/>
      <dgm:t>
        <a:bodyPr/>
        <a:lstStyle/>
        <a:p>
          <a:endParaRPr kumimoji="1" lang="ja-JP" altLang="en-US"/>
        </a:p>
      </dgm:t>
    </dgm:pt>
    <dgm:pt modelId="{D99CAF37-3A5E-4807-B7C9-E2DA1F36DC58}" type="sibTrans" cxnId="{867F8FD0-D1CA-4457-928E-39F9EB6C735D}">
      <dgm:prSet/>
      <dgm:spPr/>
      <dgm:t>
        <a:bodyPr/>
        <a:lstStyle/>
        <a:p>
          <a:endParaRPr kumimoji="1" lang="ja-JP" altLang="en-US"/>
        </a:p>
      </dgm:t>
    </dgm:pt>
    <dgm:pt modelId="{CC7055B9-4497-419F-8432-4EB56895233B}" type="pres">
      <dgm:prSet presAssocID="{6BE88CD2-43E3-4CEE-93BB-8D15591D0E9F}" presName="linear" presStyleCnt="0">
        <dgm:presLayoutVars>
          <dgm:animLvl val="lvl"/>
          <dgm:resizeHandles val="exact"/>
        </dgm:presLayoutVars>
      </dgm:prSet>
      <dgm:spPr/>
    </dgm:pt>
    <dgm:pt modelId="{54784E52-0435-4E50-9139-403125D8632F}" type="pres">
      <dgm:prSet presAssocID="{D59BA003-94E5-4AA7-86A4-6835926B02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D8A6397-3BBC-4344-8FCF-B27BD258447C}" type="pres">
      <dgm:prSet presAssocID="{7D4D99DE-F93F-4423-81DC-3F709363BBAF}" presName="spacer" presStyleCnt="0"/>
      <dgm:spPr/>
    </dgm:pt>
    <dgm:pt modelId="{BAFF5368-49B3-46EE-A1FE-2CAD3F71DA68}" type="pres">
      <dgm:prSet presAssocID="{A8BD4F36-5EE7-45C7-8C5D-84C7F1D1F4C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92FFB58-E58A-4CF7-91D9-2BA7C4F10555}" type="presOf" srcId="{D59BA003-94E5-4AA7-86A4-6835926B0291}" destId="{54784E52-0435-4E50-9139-403125D8632F}" srcOrd="0" destOrd="0" presId="urn:microsoft.com/office/officeart/2005/8/layout/vList2"/>
    <dgm:cxn modelId="{09DEE284-D0F7-49E0-877C-99BA9F580BAF}" type="presOf" srcId="{6BE88CD2-43E3-4CEE-93BB-8D15591D0E9F}" destId="{CC7055B9-4497-419F-8432-4EB56895233B}" srcOrd="0" destOrd="0" presId="urn:microsoft.com/office/officeart/2005/8/layout/vList2"/>
    <dgm:cxn modelId="{867F8FD0-D1CA-4457-928E-39F9EB6C735D}" srcId="{6BE88CD2-43E3-4CEE-93BB-8D15591D0E9F}" destId="{A8BD4F36-5EE7-45C7-8C5D-84C7F1D1F4C8}" srcOrd="1" destOrd="0" parTransId="{B339F5E7-2409-41D0-BC9A-B2C48B46FB2A}" sibTransId="{D99CAF37-3A5E-4807-B7C9-E2DA1F36DC58}"/>
    <dgm:cxn modelId="{653E09D1-169E-46B4-89B0-E3511D671111}" srcId="{6BE88CD2-43E3-4CEE-93BB-8D15591D0E9F}" destId="{D59BA003-94E5-4AA7-86A4-6835926B0291}" srcOrd="0" destOrd="0" parTransId="{CA635C96-2286-4AFE-81E8-36DD52A8BAF4}" sibTransId="{7D4D99DE-F93F-4423-81DC-3F709363BBAF}"/>
    <dgm:cxn modelId="{AADFBDEB-DCF1-4D4F-BCF6-ED04750B3890}" type="presOf" srcId="{A8BD4F36-5EE7-45C7-8C5D-84C7F1D1F4C8}" destId="{BAFF5368-49B3-46EE-A1FE-2CAD3F71DA68}" srcOrd="0" destOrd="0" presId="urn:microsoft.com/office/officeart/2005/8/layout/vList2"/>
    <dgm:cxn modelId="{9F1C253F-F5ED-46A3-A397-65C52BB893F0}" type="presParOf" srcId="{CC7055B9-4497-419F-8432-4EB56895233B}" destId="{54784E52-0435-4E50-9139-403125D8632F}" srcOrd="0" destOrd="0" presId="urn:microsoft.com/office/officeart/2005/8/layout/vList2"/>
    <dgm:cxn modelId="{6EB443E4-CCA1-467A-9A8F-1BB4E71E30AF}" type="presParOf" srcId="{CC7055B9-4497-419F-8432-4EB56895233B}" destId="{CD8A6397-3BBC-4344-8FCF-B27BD258447C}" srcOrd="1" destOrd="0" presId="urn:microsoft.com/office/officeart/2005/8/layout/vList2"/>
    <dgm:cxn modelId="{7C1CB5EF-F15C-462E-830F-483BC9B513B0}" type="presParOf" srcId="{CC7055B9-4497-419F-8432-4EB56895233B}" destId="{BAFF5368-49B3-46EE-A1FE-2CAD3F71DA6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2C64B5-76CD-40E3-89BD-15C737683C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1E6741FE-1CD1-476B-BD15-A4BC5650BB90}">
      <dgm:prSet phldrT="[テキスト]"/>
      <dgm:spPr/>
      <dgm:t>
        <a:bodyPr/>
        <a:lstStyle/>
        <a:p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int* x = new int();</a:t>
          </a:r>
          <a:r>
            <a: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rPr>
            <a:t>←ふつう</a:t>
          </a:r>
        </a:p>
      </dgm:t>
    </dgm:pt>
    <dgm:pt modelId="{3B9A895B-E429-41A9-AFE5-D7656F8C5F01}" type="parTrans" cxnId="{9220CD6A-674B-490E-894E-4B91833255F3}">
      <dgm:prSet/>
      <dgm:spPr/>
      <dgm:t>
        <a:bodyPr/>
        <a:lstStyle/>
        <a:p>
          <a:endParaRPr kumimoji="1" lang="ja-JP" altLang="en-US"/>
        </a:p>
      </dgm:t>
    </dgm:pt>
    <dgm:pt modelId="{DC359D2A-2F96-474E-A1E5-614A2B94B1F5}" type="sibTrans" cxnId="{9220CD6A-674B-490E-894E-4B91833255F3}">
      <dgm:prSet/>
      <dgm:spPr/>
      <dgm:t>
        <a:bodyPr/>
        <a:lstStyle/>
        <a:p>
          <a:endParaRPr kumimoji="1" lang="ja-JP" altLang="en-US"/>
        </a:p>
      </dgm:t>
    </dgm:pt>
    <dgm:pt modelId="{C14FB78C-7C07-44AB-ABDD-B75F4F26B14B}">
      <dgm:prSet phldrT="[テキスト]"/>
      <dgm:spPr/>
      <dgm:t>
        <a:bodyPr/>
        <a:lstStyle/>
        <a:p>
          <a:r>
            <a:rPr kumimoji="1" lang="en-US" altLang="ja-JP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int&amp; x = *new int();</a:t>
          </a:r>
          <a:r>
            <a: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rPr>
            <a:t>←べんり</a:t>
          </a:r>
        </a:p>
      </dgm:t>
    </dgm:pt>
    <dgm:pt modelId="{04E7945A-6CA3-4D34-9F58-29D8A6D57225}" type="parTrans" cxnId="{9606BABD-3C56-447B-B09C-4DACC763384E}">
      <dgm:prSet/>
      <dgm:spPr/>
      <dgm:t>
        <a:bodyPr/>
        <a:lstStyle/>
        <a:p>
          <a:endParaRPr kumimoji="1" lang="ja-JP" altLang="en-US"/>
        </a:p>
      </dgm:t>
    </dgm:pt>
    <dgm:pt modelId="{EC293C30-514A-48A7-B505-FA89D02E1A1D}" type="sibTrans" cxnId="{9606BABD-3C56-447B-B09C-4DACC763384E}">
      <dgm:prSet/>
      <dgm:spPr/>
      <dgm:t>
        <a:bodyPr/>
        <a:lstStyle/>
        <a:p>
          <a:endParaRPr kumimoji="1" lang="ja-JP" altLang="en-US"/>
        </a:p>
      </dgm:t>
    </dgm:pt>
    <dgm:pt modelId="{1D921388-9207-46FB-8409-7C1FC4A38FD4}" type="pres">
      <dgm:prSet presAssocID="{AE2C64B5-76CD-40E3-89BD-15C737683CCC}" presName="linear" presStyleCnt="0">
        <dgm:presLayoutVars>
          <dgm:animLvl val="lvl"/>
          <dgm:resizeHandles val="exact"/>
        </dgm:presLayoutVars>
      </dgm:prSet>
      <dgm:spPr/>
    </dgm:pt>
    <dgm:pt modelId="{729AA33E-F618-4AA9-AEE3-DBAA0842390F}" type="pres">
      <dgm:prSet presAssocID="{1E6741FE-1CD1-476B-BD15-A4BC5650BB9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25A49F-C02D-4D6F-BCA7-1D782F7185D7}" type="pres">
      <dgm:prSet presAssocID="{DC359D2A-2F96-474E-A1E5-614A2B94B1F5}" presName="spacer" presStyleCnt="0"/>
      <dgm:spPr/>
    </dgm:pt>
    <dgm:pt modelId="{E0D4A572-DF02-4FDA-B510-1FC2ABF808A6}" type="pres">
      <dgm:prSet presAssocID="{C14FB78C-7C07-44AB-ABDD-B75F4F26B14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E668D48-CCB4-4F9D-BE95-C53A495E6F9B}" type="presOf" srcId="{1E6741FE-1CD1-476B-BD15-A4BC5650BB90}" destId="{729AA33E-F618-4AA9-AEE3-DBAA0842390F}" srcOrd="0" destOrd="0" presId="urn:microsoft.com/office/officeart/2005/8/layout/vList2"/>
    <dgm:cxn modelId="{9220CD6A-674B-490E-894E-4B91833255F3}" srcId="{AE2C64B5-76CD-40E3-89BD-15C737683CCC}" destId="{1E6741FE-1CD1-476B-BD15-A4BC5650BB90}" srcOrd="0" destOrd="0" parTransId="{3B9A895B-E429-41A9-AFE5-D7656F8C5F01}" sibTransId="{DC359D2A-2F96-474E-A1E5-614A2B94B1F5}"/>
    <dgm:cxn modelId="{2A7CD99D-C666-42E7-BA9A-1E6584D9F212}" type="presOf" srcId="{C14FB78C-7C07-44AB-ABDD-B75F4F26B14B}" destId="{E0D4A572-DF02-4FDA-B510-1FC2ABF808A6}" srcOrd="0" destOrd="0" presId="urn:microsoft.com/office/officeart/2005/8/layout/vList2"/>
    <dgm:cxn modelId="{9606BABD-3C56-447B-B09C-4DACC763384E}" srcId="{AE2C64B5-76CD-40E3-89BD-15C737683CCC}" destId="{C14FB78C-7C07-44AB-ABDD-B75F4F26B14B}" srcOrd="1" destOrd="0" parTransId="{04E7945A-6CA3-4D34-9F58-29D8A6D57225}" sibTransId="{EC293C30-514A-48A7-B505-FA89D02E1A1D}"/>
    <dgm:cxn modelId="{D97A60D9-8E26-4998-BE3C-E014C33DDDEE}" type="presOf" srcId="{AE2C64B5-76CD-40E3-89BD-15C737683CCC}" destId="{1D921388-9207-46FB-8409-7C1FC4A38FD4}" srcOrd="0" destOrd="0" presId="urn:microsoft.com/office/officeart/2005/8/layout/vList2"/>
    <dgm:cxn modelId="{3122C769-D2BB-4F10-97BA-27B91A36EDAC}" type="presParOf" srcId="{1D921388-9207-46FB-8409-7C1FC4A38FD4}" destId="{729AA33E-F618-4AA9-AEE3-DBAA0842390F}" srcOrd="0" destOrd="0" presId="urn:microsoft.com/office/officeart/2005/8/layout/vList2"/>
    <dgm:cxn modelId="{E1E40750-04C1-4BC3-AF81-83A75269DC3B}" type="presParOf" srcId="{1D921388-9207-46FB-8409-7C1FC4A38FD4}" destId="{F325A49F-C02D-4D6F-BCA7-1D782F7185D7}" srcOrd="1" destOrd="0" presId="urn:microsoft.com/office/officeart/2005/8/layout/vList2"/>
    <dgm:cxn modelId="{CFC09568-908B-4183-96AB-846266FABF11}" type="presParOf" srcId="{1D921388-9207-46FB-8409-7C1FC4A38FD4}" destId="{E0D4A572-DF02-4FDA-B510-1FC2ABF808A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2675A-4BD7-41A0-A91F-4679C144A874}">
      <dsp:nvSpPr>
        <dsp:cNvPr id="0" name=""/>
        <dsp:cNvSpPr/>
      </dsp:nvSpPr>
      <dsp:spPr>
        <a:xfrm>
          <a:off x="0" y="1657"/>
          <a:ext cx="10554574" cy="1202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kern="1200" dirty="0">
              <a:solidFill>
                <a:schemeClr val="tx1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</a:t>
          </a:r>
          <a:r>
            <a:rPr kumimoji="1" lang="ja-JP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 </a:t>
          </a:r>
          <a:r>
            <a:rPr kumimoji="1" lang="en-US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data[] </a:t>
          </a:r>
          <a:r>
            <a:rPr kumimoji="1" lang="en-US" sz="2800" kern="1200" dirty="0">
              <a:solidFill>
                <a:schemeClr val="tx1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=</a:t>
          </a:r>
          <a:r>
            <a:rPr kumimoji="1" lang="en-US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 {5,4,3,2,1};</a:t>
          </a:r>
          <a:r>
            <a:rPr kumimoji="1" lang="ja-JP" altLang="en-US" sz="28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こんなふうに書くと、</a:t>
          </a:r>
          <a:r>
            <a:rPr kumimoji="1" lang="en-US" altLang="ja-JP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には</a:t>
          </a:r>
          <a:endParaRPr kumimoji="1" lang="en-US" altLang="ja-JP" sz="2800" kern="12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5 4 3 2 1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が入ります</a:t>
          </a:r>
          <a:endParaRPr lang="ja-JP" sz="2800" kern="12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sp:txBody>
      <dsp:txXfrm>
        <a:off x="58724" y="60381"/>
        <a:ext cx="10437126" cy="1085526"/>
      </dsp:txXfrm>
    </dsp:sp>
    <dsp:sp modelId="{64D38644-F455-421F-BD41-3D098A177AD3}">
      <dsp:nvSpPr>
        <dsp:cNvPr id="0" name=""/>
        <dsp:cNvSpPr/>
      </dsp:nvSpPr>
      <dsp:spPr>
        <a:xfrm>
          <a:off x="0" y="1216190"/>
          <a:ext cx="10554574" cy="1202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これの</a:t>
          </a:r>
          <a:r>
            <a:rPr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4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番目の値</a:t>
          </a:r>
          <a:r>
            <a:rPr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(=2)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が知りたい時、</a:t>
          </a:r>
          <a:r>
            <a:rPr lang="en-US" altLang="ja-JP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data[3]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と書くのが普通なのですが</a:t>
          </a:r>
          <a:r>
            <a:rPr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...</a:t>
          </a:r>
          <a:endParaRPr lang="ja-JP" sz="2800" kern="12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sp:txBody>
      <dsp:txXfrm>
        <a:off x="58724" y="1274914"/>
        <a:ext cx="10437126" cy="1085526"/>
      </dsp:txXfrm>
    </dsp:sp>
    <dsp:sp modelId="{4F1BC359-D70A-48FF-A46A-7A2B158AC112}">
      <dsp:nvSpPr>
        <dsp:cNvPr id="0" name=""/>
        <dsp:cNvSpPr/>
      </dsp:nvSpPr>
      <dsp:spPr>
        <a:xfrm>
          <a:off x="0" y="2431878"/>
          <a:ext cx="10554574" cy="1202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実は</a:t>
          </a:r>
          <a:r>
            <a:rPr lang="en-US" altLang="ja-JP" sz="28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3[data]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でも</a:t>
          </a:r>
          <a:r>
            <a:rPr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4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番目の値が</a:t>
          </a:r>
          <a:r>
            <a:rPr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get</a:t>
          </a:r>
          <a:r>
            <a:rPr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できるのです←！？</a:t>
          </a:r>
          <a:endParaRPr lang="ja-JP" sz="2800" kern="12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sp:txBody>
      <dsp:txXfrm>
        <a:off x="58724" y="2490602"/>
        <a:ext cx="10437126" cy="10855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F6002-50B4-4FEC-9D4C-5F1BBEF2C044}">
      <dsp:nvSpPr>
        <dsp:cNvPr id="0" name=""/>
        <dsp:cNvSpPr/>
      </dsp:nvSpPr>
      <dsp:spPr>
        <a:xfrm>
          <a:off x="0" y="1393"/>
          <a:ext cx="10554574" cy="12032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800" kern="1200" dirty="0" err="1">
              <a:latin typeface="あんずもじ" panose="02000600000000000000" pitchFamily="2" charset="-128"/>
              <a:ea typeface="あんずもじ" panose="02000600000000000000" pitchFamily="2" charset="-128"/>
            </a:rPr>
            <a:t>sizeof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は</a:t>
          </a:r>
          <a:r>
            <a:rPr kumimoji="1"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()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をつけなくても大丈夫！</a:t>
          </a:r>
        </a:p>
      </dsp:txBody>
      <dsp:txXfrm>
        <a:off x="58738" y="60131"/>
        <a:ext cx="10437098" cy="1085787"/>
      </dsp:txXfrm>
    </dsp:sp>
    <dsp:sp modelId="{BEE453B1-195B-4F42-B5FD-CD76FD3AF3FF}">
      <dsp:nvSpPr>
        <dsp:cNvPr id="0" name=""/>
        <dsp:cNvSpPr/>
      </dsp:nvSpPr>
      <dsp:spPr>
        <a:xfrm>
          <a:off x="0" y="1216623"/>
          <a:ext cx="10554574" cy="12032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800" kern="1200" dirty="0" err="1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sizeof</a:t>
          </a:r>
          <a:r>
            <a:rPr kumimoji="1" lang="en-US" altLang="ja-JP" sz="28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(x) 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←もちろん</a:t>
          </a:r>
          <a:r>
            <a:rPr kumimoji="1"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ok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800" kern="1200" dirty="0" err="1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sizeof</a:t>
          </a:r>
          <a:r>
            <a:rPr kumimoji="1" lang="en-US" altLang="ja-JP" sz="28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 x  </a:t>
          </a: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←でもこれでも</a:t>
          </a:r>
          <a:r>
            <a:rPr kumimoji="1" lang="en-US" altLang="ja-JP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ok</a:t>
          </a:r>
          <a:endParaRPr kumimoji="1" lang="ja-JP" altLang="en-US" sz="2800" kern="1200" dirty="0">
            <a:latin typeface="あんずもじ" panose="02000600000000000000" pitchFamily="2" charset="-128"/>
            <a:ea typeface="あんずもじ" panose="02000600000000000000" pitchFamily="2" charset="-128"/>
          </a:endParaRPr>
        </a:p>
      </dsp:txBody>
      <dsp:txXfrm>
        <a:off x="58738" y="1275361"/>
        <a:ext cx="10437098" cy="1085787"/>
      </dsp:txXfrm>
    </dsp:sp>
    <dsp:sp modelId="{ED4AC43A-9CDB-41EB-B78A-D3981A1D747F}">
      <dsp:nvSpPr>
        <dsp:cNvPr id="0" name=""/>
        <dsp:cNvSpPr/>
      </dsp:nvSpPr>
      <dsp:spPr>
        <a:xfrm>
          <a:off x="0" y="2431854"/>
          <a:ext cx="10554574" cy="12032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それだけ</a:t>
          </a:r>
        </a:p>
      </dsp:txBody>
      <dsp:txXfrm>
        <a:off x="58738" y="2490592"/>
        <a:ext cx="10437098" cy="1085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84E52-0435-4E50-9139-403125D8632F}">
      <dsp:nvSpPr>
        <dsp:cNvPr id="0" name=""/>
        <dsp:cNvSpPr/>
      </dsp:nvSpPr>
      <dsp:spPr>
        <a:xfrm>
          <a:off x="0" y="13530"/>
          <a:ext cx="10554574" cy="1711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char a; </a:t>
          </a:r>
          <a:r>
            <a:rPr kumimoji="1" lang="ja-JP" altLang="en-US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en-US" altLang="ja-JP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a</a:t>
          </a:r>
          <a:r>
            <a:rPr kumimoji="1" lang="ja-JP" altLang="en-US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は</a:t>
          </a:r>
          <a:r>
            <a:rPr kumimoji="1" lang="en-US" altLang="ja-JP" sz="65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char</a:t>
          </a:r>
          <a:r>
            <a:rPr kumimoji="1" lang="ja-JP" altLang="en-US" sz="65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型</a:t>
          </a:r>
          <a:r>
            <a:rPr kumimoji="1" lang="en-US" altLang="ja-JP" sz="65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 </a:t>
          </a:r>
          <a:endParaRPr kumimoji="1" lang="ja-JP" altLang="en-US" sz="6500" kern="1200" dirty="0">
            <a:solidFill>
              <a:schemeClr val="accent3"/>
            </a:solidFill>
            <a:latin typeface="Ricty Diminished Discord" panose="020B0509020203020207" pitchFamily="49" charset="-128"/>
            <a:ea typeface="Ricty Diminished Discord" panose="020B0509020203020207" pitchFamily="49" charset="-128"/>
          </a:endParaRPr>
        </a:p>
      </dsp:txBody>
      <dsp:txXfrm>
        <a:off x="83530" y="97060"/>
        <a:ext cx="10387514" cy="1544065"/>
      </dsp:txXfrm>
    </dsp:sp>
    <dsp:sp modelId="{BAFF5368-49B3-46EE-A1FE-2CAD3F71DA68}">
      <dsp:nvSpPr>
        <dsp:cNvPr id="0" name=""/>
        <dsp:cNvSpPr/>
      </dsp:nvSpPr>
      <dsp:spPr>
        <a:xfrm>
          <a:off x="0" y="1911855"/>
          <a:ext cx="10554574" cy="1711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+a </a:t>
          </a:r>
          <a:r>
            <a:rPr kumimoji="1" lang="ja-JP" altLang="en-US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←</a:t>
          </a:r>
          <a:r>
            <a:rPr kumimoji="1" lang="en-US" altLang="ja-JP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a</a:t>
          </a:r>
          <a:r>
            <a:rPr kumimoji="1" lang="ja-JP" altLang="en-US" sz="65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は</a:t>
          </a:r>
          <a:r>
            <a:rPr kumimoji="1" lang="en-US" altLang="ja-JP" sz="65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</a:t>
          </a:r>
          <a:r>
            <a:rPr kumimoji="1" lang="ja-JP" altLang="en-US" sz="6500" kern="1200" dirty="0">
              <a:solidFill>
                <a:schemeClr val="accent3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型</a:t>
          </a:r>
        </a:p>
      </dsp:txBody>
      <dsp:txXfrm>
        <a:off x="83530" y="1995385"/>
        <a:ext cx="10387514" cy="15440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AA33E-F618-4AA9-AEE3-DBAA0842390F}">
      <dsp:nvSpPr>
        <dsp:cNvPr id="0" name=""/>
        <dsp:cNvSpPr/>
      </dsp:nvSpPr>
      <dsp:spPr>
        <a:xfrm>
          <a:off x="0" y="117255"/>
          <a:ext cx="10554574" cy="161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60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int* x = new int();</a:t>
          </a:r>
          <a:r>
            <a:rPr kumimoji="1" lang="ja-JP" altLang="en-US" sz="60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←ふつう</a:t>
          </a:r>
        </a:p>
      </dsp:txBody>
      <dsp:txXfrm>
        <a:off x="78818" y="196073"/>
        <a:ext cx="10396938" cy="1456964"/>
      </dsp:txXfrm>
    </dsp:sp>
    <dsp:sp modelId="{E0D4A572-DF02-4FDA-B510-1FC2ABF808A6}">
      <dsp:nvSpPr>
        <dsp:cNvPr id="0" name=""/>
        <dsp:cNvSpPr/>
      </dsp:nvSpPr>
      <dsp:spPr>
        <a:xfrm>
          <a:off x="0" y="1904655"/>
          <a:ext cx="10554574" cy="161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6000" kern="1200" dirty="0">
              <a:latin typeface="Ricty Diminished Discord" panose="020B0509020203020207" pitchFamily="49" charset="-128"/>
              <a:ea typeface="Ricty Diminished Discord" panose="020B0509020203020207" pitchFamily="49" charset="-128"/>
            </a:rPr>
            <a:t>int&amp; x = *new int();</a:t>
          </a:r>
          <a:r>
            <a:rPr kumimoji="1" lang="ja-JP" altLang="en-US" sz="6000" kern="1200" dirty="0">
              <a:latin typeface="あんずもじ" panose="02000600000000000000" pitchFamily="2" charset="-128"/>
              <a:ea typeface="あんずもじ" panose="02000600000000000000" pitchFamily="2" charset="-128"/>
            </a:rPr>
            <a:t>←べんり</a:t>
          </a:r>
        </a:p>
      </dsp:txBody>
      <dsp:txXfrm>
        <a:off x="78818" y="1983473"/>
        <a:ext cx="10396938" cy="1456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7/4/2020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pprefjp.github.io/reference.html" TargetMode="External"/><Relationship Id="rId2" Type="http://schemas.openxmlformats.org/officeDocument/2006/relationships/hyperlink" Target="https://atcoder.jp/contests/APG4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03A84-4C58-4DB0-8D44-B3902D501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独選！明日使えない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c/c++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豆知識集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4F7C5E-3325-43B1-A0AB-4E8CD56234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発表者 </a:t>
            </a:r>
            <a:r>
              <a:rPr kumimoji="1" lang="en-US" altLang="ja-JP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Exte (Twitter:@ExternalExte)</a:t>
            </a:r>
            <a:endParaRPr kumimoji="1" lang="ja-JP" altLang="en-US" sz="28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30E39B4-3121-4683-9396-DD718725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941736"/>
            <a:ext cx="1852654" cy="18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5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939D0-FD4B-4E67-9450-4B20F635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About</a:t>
            </a:r>
            <a:endPara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DAE980-C907-4E60-935C-9006CAADA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01150"/>
          </a:xfrm>
        </p:spPr>
        <p:txBody>
          <a:bodyPr>
            <a:normAutofit/>
          </a:bodyPr>
          <a:lstStyle/>
          <a:p>
            <a:r>
              <a:rPr kumimoji="1"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実践で全く使えない！でも知ってるとドヤ顔出来るムダ知識をいくつか集めてみました</a:t>
            </a:r>
            <a:endPara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0" indent="0">
              <a:buNone/>
            </a:pPr>
            <a:r>
              <a:rPr kumimoji="1"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①ムダ豆知識</a:t>
            </a:r>
            <a:endPara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0" indent="0">
              <a:buNone/>
            </a:pPr>
            <a:r>
              <a:rPr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②豆知識のかんたんな解説</a:t>
            </a:r>
            <a:endParaRPr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0" indent="0">
              <a:buNone/>
            </a:pPr>
            <a:r>
              <a:rPr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の</a:t>
            </a:r>
            <a:r>
              <a:rPr lang="en-US" altLang="ja-JP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2</a:t>
            </a:r>
            <a:r>
              <a:rPr lang="ja-JP" altLang="en-US" sz="28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つを紹介していきます</a:t>
            </a:r>
            <a:endParaRPr kumimoji="1" lang="en-US" altLang="ja-JP" sz="28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0" indent="0">
              <a:buNone/>
            </a:pPr>
            <a:endParaRPr kumimoji="1" lang="en-US" altLang="ja-JP" sz="2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0" indent="0">
              <a:buNone/>
            </a:pPr>
            <a:r>
              <a:rPr lang="ja-JP" altLang="en-US" sz="2800" dirty="0">
                <a:solidFill>
                  <a:schemeClr val="tx1">
                    <a:lumMod val="75000"/>
                  </a:schemeClr>
                </a:solidFill>
                <a:latin typeface="あんずもじ" panose="02000600000000000000" pitchFamily="2" charset="-128"/>
                <a:ea typeface="あんずもじ" panose="02000600000000000000" pitchFamily="2" charset="-128"/>
              </a:rPr>
              <a:t>＊無理に理解する必要はないので適当に聞いてください。</a:t>
            </a:r>
            <a:endParaRPr kumimoji="1" lang="ja-JP" altLang="en-US" sz="2800" dirty="0">
              <a:solidFill>
                <a:schemeClr val="tx1">
                  <a:lumMod val="75000"/>
                </a:schemeClr>
              </a:solidFill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77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FFAC51-8547-4834-BF73-90EF7271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①配列の添え字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[ ]</a:t>
            </a:r>
            <a:endPara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52011E5B-A0A6-44D6-93C0-B670DD748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570900"/>
              </p:ext>
            </p:extLst>
          </p:nvPr>
        </p:nvGraphicFramePr>
        <p:xfrm>
          <a:off x="818712" y="2222287"/>
          <a:ext cx="10554574" cy="363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687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7D7CA-15D9-4B9F-B1CB-F2F5D365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②配列の添え字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[ ]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の解説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FCE47-BB12-4D84-9B6D-AB21D146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data[3] </a:t>
            </a:r>
            <a:r>
              <a:rPr lang="ja-JP" altLang="en-US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← </a:t>
            </a:r>
            <a:r>
              <a:rPr lang="en-US" altLang="ja-JP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data+3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と同じ</a:t>
            </a:r>
          </a:p>
          <a:p>
            <a:pPr lvl="0"/>
            <a:r>
              <a:rPr lang="en-US" altLang="ja-JP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3[data] </a:t>
            </a:r>
            <a:r>
              <a:rPr lang="ja-JP" altLang="en-US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← </a:t>
            </a:r>
            <a:r>
              <a:rPr lang="en-US" altLang="ja-JP" sz="4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3+data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と同じ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475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D489D-8C58-420A-98CA-FFA1BE72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①</a:t>
            </a:r>
            <a:r>
              <a:rPr lang="en-US" altLang="ja-JP" dirty="0" err="1">
                <a:latin typeface="あんずもじ" panose="02000600000000000000" pitchFamily="2" charset="-128"/>
                <a:ea typeface="あんずもじ" panose="02000600000000000000" pitchFamily="2" charset="-128"/>
              </a:rPr>
              <a:t>sizeof</a:t>
            </a:r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演算子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819817DA-1AD8-4DE4-A360-85CDA7EFD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662488"/>
              </p:ext>
            </p:extLst>
          </p:nvPr>
        </p:nvGraphicFramePr>
        <p:xfrm>
          <a:off x="818712" y="2222287"/>
          <a:ext cx="10554574" cy="363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17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07BB0-6764-4B92-B915-3E62866D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②</a:t>
            </a:r>
            <a:r>
              <a:rPr kumimoji="1" lang="en-US" altLang="ja-JP" dirty="0" err="1">
                <a:latin typeface="あんずもじ" panose="02000600000000000000" pitchFamily="2" charset="-128"/>
                <a:ea typeface="あんずもじ" panose="02000600000000000000" pitchFamily="2" charset="-128"/>
              </a:rPr>
              <a:t>sizeof</a:t>
            </a:r>
            <a:r>
              <a:rPr kumimoji="1" lang="ja-JP" altLang="en-US">
                <a:latin typeface="あんずもじ" panose="02000600000000000000" pitchFamily="2" charset="-128"/>
                <a:ea typeface="あんずもじ" panose="02000600000000000000" pitchFamily="2" charset="-128"/>
              </a:rPr>
              <a:t>演算子の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解説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E767B9-C795-4498-B487-AF794A5EC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関数じゃなくて演算子。</a:t>
            </a:r>
            <a:endParaRPr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kumimoji="1"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()</a:t>
            </a:r>
            <a:r>
              <a:rPr kumimoji="1"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をつけるのは読みやすさとわかりやすさのため。</a:t>
            </a:r>
            <a:endParaRPr kumimoji="1"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295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F31BC-F4B1-40AB-852D-40408AA1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①単項＋演算子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6F071FAA-0E9D-4E5B-8EA4-52EE7D56B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677654"/>
              </p:ext>
            </p:extLst>
          </p:nvPr>
        </p:nvGraphicFramePr>
        <p:xfrm>
          <a:off x="818712" y="2222287"/>
          <a:ext cx="10554574" cy="363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194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B70867-FD0C-46E3-9120-B8BAC1A8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②単項</a:t>
            </a:r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＋演算子の解説</a:t>
            </a:r>
            <a:endPara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E6E48A-0F97-44C7-9681-7231C418D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単項＋演算子は</a:t>
            </a:r>
            <a:r>
              <a:rPr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int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型にしか無い！</a:t>
            </a:r>
            <a:endParaRPr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kumimoji="1"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char</a:t>
            </a:r>
            <a:r>
              <a:rPr kumimoji="1"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型に付いたら</a:t>
            </a:r>
            <a:r>
              <a:rPr kumimoji="1"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int</a:t>
            </a:r>
            <a:r>
              <a:rPr kumimoji="1"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型にキャストされる！</a:t>
            </a:r>
          </a:p>
        </p:txBody>
      </p:sp>
    </p:spTree>
    <p:extLst>
      <p:ext uri="{BB962C8B-B14F-4D97-AF65-F5344CB8AC3E}">
        <p14:creationId xmlns:p14="http://schemas.microsoft.com/office/powerpoint/2010/main" val="286880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68C94D-2C90-448A-9026-80CAD2CC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①参照のちょっと便利な使い方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0DE43D5B-4290-4D3C-B591-1CE4BDCEC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139477"/>
              </p:ext>
            </p:extLst>
          </p:nvPr>
        </p:nvGraphicFramePr>
        <p:xfrm>
          <a:off x="818712" y="2222287"/>
          <a:ext cx="10554574" cy="363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395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341C81-E1E9-4B4B-A1AF-78949C3D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②参照のちょっと便利な使い方の解説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AF90D3-F44B-4ABD-A0C7-D388E782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77296"/>
          </a:xfrm>
        </p:spPr>
        <p:txBody>
          <a:bodyPr>
            <a:normAutofit/>
          </a:bodyPr>
          <a:lstStyle/>
          <a:p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参照の仕組みを利用</a:t>
            </a:r>
            <a:r>
              <a:rPr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(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悪用</a:t>
            </a:r>
            <a:r>
              <a:rPr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)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してます</a:t>
            </a:r>
            <a:endParaRPr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一見普通に役立ちそうに見えますが、</a:t>
            </a:r>
            <a:endParaRPr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c++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はスマートポインタが使えるので、そもそも</a:t>
            </a:r>
            <a:r>
              <a:rPr lang="en-US" altLang="ja-JP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new</a:t>
            </a:r>
            <a:r>
              <a:rPr lang="ja-JP" altLang="en-US" sz="4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を使いません。</a:t>
            </a:r>
            <a:endParaRPr lang="en-US" altLang="ja-JP" sz="4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286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9C5047-436A-4C11-A5A6-9F602E6E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C/C++</a:t>
            </a:r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おすすめリンク集＆お借りしたもの</a:t>
            </a:r>
            <a:endPara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186CBC-60C4-4464-ADB1-8F1B31AFF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56809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ja-JP" sz="3600" dirty="0" err="1">
                <a:latin typeface="あんずもじ" panose="02000600000000000000" pitchFamily="2" charset="-128"/>
                <a:ea typeface="あんずもじ" panose="02000600000000000000" pitchFamily="2" charset="-128"/>
              </a:rPr>
              <a:t>AtCoder</a:t>
            </a:r>
            <a:r>
              <a:rPr kumimoji="1"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 C++</a:t>
            </a:r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初心者向けガイド</a:t>
            </a:r>
            <a:endParaRPr kumimoji="1" lang="en-US" altLang="ja-JP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457200" lvl="1" indent="0">
              <a:buNone/>
            </a:pPr>
            <a:r>
              <a:rPr lang="en-US" altLang="ja-JP" sz="3600" dirty="0">
                <a:solidFill>
                  <a:schemeClr val="accent5"/>
                </a:solidFill>
                <a:latin typeface="Ricty Diminished Discord" panose="020B0509020203020207" pitchFamily="49" charset="-128"/>
                <a:ea typeface="Ricty Diminished Discord" panose="020B0509020203020207" pitchFamily="49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https://atcoder.jp/contests/APG4b</a:t>
            </a:r>
            <a:endParaRPr lang="en-US" altLang="ja-JP" sz="3600" dirty="0">
              <a:solidFill>
                <a:schemeClr val="accent5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endParaRPr>
          </a:p>
          <a:p>
            <a:r>
              <a:rPr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</a:t>
            </a:r>
            <a:r>
              <a:rPr kumimoji="1"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/</a:t>
            </a:r>
            <a:r>
              <a:rPr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C</a:t>
            </a:r>
            <a:r>
              <a:rPr kumimoji="1"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++</a:t>
            </a:r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リファレンス</a:t>
            </a:r>
            <a:endParaRPr kumimoji="1" lang="en-US" altLang="ja-JP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457200" lvl="1" indent="0">
              <a:buNone/>
            </a:pPr>
            <a:r>
              <a:rPr lang="en-US" altLang="ja-JP" sz="3600" dirty="0">
                <a:solidFill>
                  <a:schemeClr val="accent5"/>
                </a:solidFill>
                <a:latin typeface="Ricty Diminished Discord" panose="020B0509020203020207" pitchFamily="49" charset="-128"/>
                <a:ea typeface="Ricty Diminished Discord" panose="020B0509020203020207" pitchFamily="49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https://cpprefjp.github.io/reference.html</a:t>
            </a:r>
            <a:endParaRPr lang="en-US" altLang="ja-JP" sz="3600" dirty="0">
              <a:solidFill>
                <a:schemeClr val="accent5"/>
              </a:solidFill>
              <a:latin typeface="Ricty Diminished Discord" panose="020B0509020203020207" pitchFamily="49" charset="-128"/>
              <a:ea typeface="Ricty Diminished Discord" panose="020B0509020203020207" pitchFamily="49" charset="-128"/>
            </a:endParaRPr>
          </a:p>
          <a:p>
            <a:r>
              <a:rPr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お借りした</a:t>
            </a:r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フォント</a:t>
            </a:r>
            <a:endParaRPr kumimoji="1" lang="en-US" altLang="ja-JP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457200" lvl="1" indent="0">
              <a:buNone/>
            </a:pPr>
            <a:r>
              <a:rPr kumimoji="1" lang="ja-JP" altLang="en-US" sz="34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あんずもじ</a:t>
            </a:r>
            <a:endParaRPr kumimoji="1" lang="en-US" altLang="ja-JP" sz="34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pPr marL="457200" lvl="1" indent="0">
              <a:buNone/>
            </a:pPr>
            <a:r>
              <a:rPr lang="en-US" altLang="ja-JP" sz="3400" dirty="0" err="1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Ricty</a:t>
            </a:r>
            <a:r>
              <a:rPr lang="en-US" altLang="ja-JP" sz="3400" dirty="0">
                <a:latin typeface="Ricty Diminished Discord" panose="020B0509020203020207" pitchFamily="49" charset="-128"/>
                <a:ea typeface="Ricty Diminished Discord" panose="020B0509020203020207" pitchFamily="49" charset="-128"/>
              </a:rPr>
              <a:t> Diminished Discord</a:t>
            </a:r>
            <a:endParaRPr kumimoji="1" lang="ja-JP" altLang="en-US" sz="3400" dirty="0">
              <a:latin typeface="Ricty Diminished Discord" panose="020B0509020203020207" pitchFamily="49" charset="-128"/>
              <a:ea typeface="Ricty Diminished Discord" panose="020B0509020203020207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601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57330-977B-44BD-B6C6-7133A70F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[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追加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] 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配列の添え字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[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 </a:t>
            </a:r>
            <a:r>
              <a:rPr kumimoji="1"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] </a:t>
            </a:r>
            <a:r>
              <a:rPr kumimoji="1"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の詳しい解説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D654B6-9590-4CD0-8D72-05B91C3D6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65977"/>
          </a:xfrm>
        </p:spPr>
        <p:txBody>
          <a:bodyPr/>
          <a:lstStyle/>
          <a:p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ふつう、配列はメモリに連続して格納されます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(</a:t>
            </a:r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データ同士が全部お隣さん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)</a:t>
            </a:r>
          </a:p>
          <a:p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n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番目のデータにアクセスするときは、配列の先頭のアドレス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(=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データが入ってる住所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)</a:t>
            </a:r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から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n</a:t>
            </a:r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個だけ隣に進んだアドレスを求めます</a:t>
            </a:r>
            <a:endParaRPr lang="en-US" altLang="ja-JP" sz="27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もし、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d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ata[2](data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の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3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番目にアクセスして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)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と書かれたら、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data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のアドレスに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2</a:t>
            </a:r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を足すのです </a:t>
            </a:r>
            <a:r>
              <a:rPr kumimoji="1"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(data+2)(</a:t>
            </a:r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先頭の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2</a:t>
            </a:r>
            <a:r>
              <a:rPr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個隣です</a:t>
            </a:r>
            <a:r>
              <a:rPr lang="en-US" altLang="ja-JP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)</a:t>
            </a:r>
            <a:endParaRPr kumimoji="1" lang="en-US" altLang="ja-JP" sz="27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kumimoji="1" lang="ja-JP" altLang="en-US" sz="27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やってることはただの足し算なので、それなら入れ替えても変わらないよね！って話でした</a:t>
            </a:r>
            <a:endParaRPr kumimoji="1" lang="en-US" altLang="ja-JP" sz="27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202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94DF2-4892-42F7-8B40-B1BE083C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[</a:t>
            </a:r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追加</a:t>
            </a:r>
            <a:r>
              <a:rPr lang="en-US" altLang="ja-JP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]</a:t>
            </a:r>
            <a:r>
              <a:rPr lang="ja-JP" altLang="en-US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 参照のちょっと便利な使い方の詳しい解説</a:t>
            </a:r>
            <a:endParaRPr kumimoji="1" lang="ja-JP" altLang="en-US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1B3F32-9D11-413E-8702-3D834ADE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69344"/>
          </a:xfrm>
        </p:spPr>
        <p:txBody>
          <a:bodyPr>
            <a:noAutofit/>
          </a:bodyPr>
          <a:lstStyle/>
          <a:p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参照は代入されたものの</a:t>
            </a:r>
            <a:r>
              <a:rPr kumimoji="1" lang="ja-JP" altLang="en-US" sz="3600" dirty="0">
                <a:solidFill>
                  <a:schemeClr val="accent3"/>
                </a:solidFill>
                <a:latin typeface="あんずもじ" panose="02000600000000000000" pitchFamily="2" charset="-128"/>
                <a:ea typeface="あんずもじ" panose="02000600000000000000" pitchFamily="2" charset="-128"/>
              </a:rPr>
              <a:t>アドレス</a:t>
            </a:r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を保存します</a:t>
            </a:r>
            <a:endParaRPr kumimoji="1" lang="en-US" altLang="ja-JP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kumimoji="1"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new</a:t>
            </a:r>
            <a:r>
              <a:rPr kumimoji="1"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で動的に生成したアドレスを参照に持たせておけば、静的に生成した変数と変わらず使えるのです</a:t>
            </a:r>
            <a:endParaRPr kumimoji="1" lang="en-US" altLang="ja-JP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  <a:p>
            <a:r>
              <a:rPr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d</a:t>
            </a:r>
            <a:r>
              <a:rPr kumimoji="1"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elete</a:t>
            </a:r>
            <a:r>
              <a:rPr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する時は</a:t>
            </a:r>
            <a:r>
              <a:rPr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delete &amp;x</a:t>
            </a:r>
            <a:r>
              <a:rPr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というように書けば</a:t>
            </a:r>
            <a:r>
              <a:rPr lang="en-US" altLang="ja-JP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OK</a:t>
            </a:r>
            <a:r>
              <a:rPr lang="ja-JP" altLang="en-US" sz="3600" dirty="0">
                <a:latin typeface="あんずもじ" panose="02000600000000000000" pitchFamily="2" charset="-128"/>
                <a:ea typeface="あんずもじ" panose="02000600000000000000" pitchFamily="2" charset="-128"/>
              </a:rPr>
              <a:t>です</a:t>
            </a:r>
            <a:endParaRPr kumimoji="1" lang="ja-JP" altLang="en-US" sz="3600" dirty="0">
              <a:latin typeface="あんずもじ" panose="02000600000000000000" pitchFamily="2" charset="-128"/>
              <a:ea typeface="あんずもじ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1080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クォータブル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TM03457503[[fn=クォータブル]]</Template>
  <TotalTime>326</TotalTime>
  <Words>553</Words>
  <Application>Microsoft Office PowerPoint</Application>
  <PresentationFormat>ワイド画面</PresentationFormat>
  <Paragraphs>55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Ricty Diminished Discord</vt:lpstr>
      <vt:lpstr>あんずもじ</vt:lpstr>
      <vt:lpstr>Century Gothic</vt:lpstr>
      <vt:lpstr>Wingdings 2</vt:lpstr>
      <vt:lpstr>クォータブル</vt:lpstr>
      <vt:lpstr>独選！明日使えないc/c++豆知識集</vt:lpstr>
      <vt:lpstr>About</vt:lpstr>
      <vt:lpstr>①配列の添え字[ ]</vt:lpstr>
      <vt:lpstr>②配列の添え字[ ]の解説</vt:lpstr>
      <vt:lpstr>①sizeof演算子</vt:lpstr>
      <vt:lpstr>②sizeof演算子の解説</vt:lpstr>
      <vt:lpstr>①単項＋演算子</vt:lpstr>
      <vt:lpstr>②単項＋演算子の解説</vt:lpstr>
      <vt:lpstr>①参照のちょっと便利な使い方</vt:lpstr>
      <vt:lpstr>②参照のちょっと便利な使い方の解説</vt:lpstr>
      <vt:lpstr>C/C++おすすめリンク集＆お借りしたもの</vt:lpstr>
      <vt:lpstr>[追加] 配列の添え字[ ] の詳しい解説</vt:lpstr>
      <vt:lpstr>[追加] 参照のちょっと便利な使い方の詳しい解説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独選！明日使えないc/c++豆知識集</dc:title>
  <dc:creator>Mutoh Takumi</dc:creator>
  <cp:lastModifiedBy>Mutoh Takumi</cp:lastModifiedBy>
  <cp:revision>23</cp:revision>
  <dcterms:created xsi:type="dcterms:W3CDTF">2020-06-23T14:59:28Z</dcterms:created>
  <dcterms:modified xsi:type="dcterms:W3CDTF">2020-07-04T11:19:57Z</dcterms:modified>
</cp:coreProperties>
</file>